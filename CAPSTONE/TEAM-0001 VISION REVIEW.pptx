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7" r:id="rId8"/>
    <p:sldId id="262" r:id="rId9"/>
    <p:sldId id="264" r:id="rId10"/>
    <p:sldId id="268" r:id="rId11"/>
    <p:sldId id="269" r:id="rId12"/>
    <p:sldId id="274" r:id="rId13"/>
    <p:sldId id="270" r:id="rId14"/>
    <p:sldId id="271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Kiran" userId="58df8c1eb63c782a" providerId="LiveId" clId="{79D06903-9FD0-4EDD-A90B-3854B51F5A68}"/>
    <pc:docChg chg="modSld">
      <pc:chgData name="Surya Kiran" userId="58df8c1eb63c782a" providerId="LiveId" clId="{79D06903-9FD0-4EDD-A90B-3854B51F5A68}" dt="2026-08-20T04:15:57.952" v="8" actId="2711"/>
      <pc:docMkLst>
        <pc:docMk/>
      </pc:docMkLst>
      <pc:sldChg chg="modSp mod">
        <pc:chgData name="Surya Kiran" userId="58df8c1eb63c782a" providerId="LiveId" clId="{79D06903-9FD0-4EDD-A90B-3854B51F5A68}" dt="2026-08-20T04:15:22.371" v="4" actId="1076"/>
        <pc:sldMkLst>
          <pc:docMk/>
          <pc:sldMk cId="100764453" sldId="256"/>
        </pc:sldMkLst>
        <pc:spChg chg="mod">
          <ac:chgData name="Surya Kiran" userId="58df8c1eb63c782a" providerId="LiveId" clId="{79D06903-9FD0-4EDD-A90B-3854B51F5A68}" dt="2026-08-20T04:15:22.371" v="4" actId="1076"/>
          <ac:spMkLst>
            <pc:docMk/>
            <pc:sldMk cId="100764453" sldId="256"/>
            <ac:spMk id="2" creationId="{5D6FAE80-B830-A4DF-824F-79E9E8213921}"/>
          </ac:spMkLst>
        </pc:spChg>
      </pc:sldChg>
      <pc:sldChg chg="modSp mod">
        <pc:chgData name="Surya Kiran" userId="58df8c1eb63c782a" providerId="LiveId" clId="{79D06903-9FD0-4EDD-A90B-3854B51F5A68}" dt="2026-08-20T04:15:43.095" v="7" actId="1076"/>
        <pc:sldMkLst>
          <pc:docMk/>
          <pc:sldMk cId="4196358388" sldId="257"/>
        </pc:sldMkLst>
        <pc:spChg chg="mod">
          <ac:chgData name="Surya Kiran" userId="58df8c1eb63c782a" providerId="LiveId" clId="{79D06903-9FD0-4EDD-A90B-3854B51F5A68}" dt="2026-08-20T04:15:43.095" v="7" actId="1076"/>
          <ac:spMkLst>
            <pc:docMk/>
            <pc:sldMk cId="4196358388" sldId="257"/>
            <ac:spMk id="3" creationId="{5A278A4F-2DA4-A20D-FAE2-0BB67D847247}"/>
          </ac:spMkLst>
        </pc:spChg>
      </pc:sldChg>
      <pc:sldChg chg="modSp mod">
        <pc:chgData name="Surya Kiran" userId="58df8c1eb63c782a" providerId="LiveId" clId="{79D06903-9FD0-4EDD-A90B-3854B51F5A68}" dt="2026-08-20T04:15:57.952" v="8" actId="2711"/>
        <pc:sldMkLst>
          <pc:docMk/>
          <pc:sldMk cId="2878789933" sldId="258"/>
        </pc:sldMkLst>
        <pc:spChg chg="mod">
          <ac:chgData name="Surya Kiran" userId="58df8c1eb63c782a" providerId="LiveId" clId="{79D06903-9FD0-4EDD-A90B-3854B51F5A68}" dt="2026-08-20T04:15:57.952" v="8" actId="2711"/>
          <ac:spMkLst>
            <pc:docMk/>
            <pc:sldMk cId="2878789933" sldId="258"/>
            <ac:spMk id="3" creationId="{9D43DC35-6C22-FB85-A773-F3E5CFAD78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8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4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5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4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2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4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0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5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AE80-B830-A4DF-824F-79E9E8213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54872"/>
            <a:ext cx="9144000" cy="2387600"/>
          </a:xfrm>
        </p:spPr>
        <p:txBody>
          <a:bodyPr>
            <a:normAutofit fontScale="90000"/>
          </a:bodyPr>
          <a:lstStyle/>
          <a:p>
            <a:r>
              <a:rPr sz="2400" b="1" dirty="0"/>
              <a:t>Automated Surface Defect Detection and Quality Inspection for Steel and Metal Production using Computer Vision</a:t>
            </a:r>
            <a:br>
              <a:rPr lang="en-IN" sz="2400" b="1" dirty="0"/>
            </a:br>
            <a:endParaRPr sz="2400" b="1" dirty="0"/>
          </a:p>
          <a:p>
            <a:endParaRPr sz="2400" b="1" dirty="0"/>
          </a:p>
          <a:p>
            <a:pPr>
              <a:lnSpc>
                <a:spcPct val="150000"/>
              </a:lnSpc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fi-FI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Partha Sarathi T(192325042)</a:t>
            </a:r>
            <a:br>
              <a:rPr lang="fi-FI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Surya Kiran(192325057)</a:t>
            </a:r>
            <a:br>
              <a:rPr lang="fi-FI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Firoz(192312323)</a:t>
            </a:r>
            <a:br>
              <a:rPr lang="fi-FI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Lenin A(192411232)</a:t>
            </a:r>
            <a:br>
              <a:rPr lang="fi-FI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 : Dr. Sasi Rekha, Prof/CSE</a:t>
            </a: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Faculty:-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Mrs.R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Jeni Gracia, AP / CSE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4B50D-A8AC-F9DA-1B30-FC0EC8954F4C}"/>
              </a:ext>
            </a:extLst>
          </p:cNvPr>
          <p:cNvSpPr txBox="1"/>
          <p:nvPr/>
        </p:nvSpPr>
        <p:spPr>
          <a:xfrm>
            <a:off x="882150" y="4053247"/>
            <a:ext cx="32370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EA80E920-D561-3F03-96AF-489D77E9DBAC}"/>
              </a:ext>
            </a:extLst>
          </p:cNvPr>
          <p:cNvSpPr/>
          <p:nvPr/>
        </p:nvSpPr>
        <p:spPr>
          <a:xfrm>
            <a:off x="882150" y="515528"/>
            <a:ext cx="9998843" cy="91593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76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278A4F-2DA4-A20D-FAE2-0BB67D847247}"/>
              </a:ext>
            </a:extLst>
          </p:cNvPr>
          <p:cNvSpPr txBox="1"/>
          <p:nvPr/>
        </p:nvSpPr>
        <p:spPr>
          <a:xfrm>
            <a:off x="1806973" y="477377"/>
            <a:ext cx="7519892" cy="5732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2400" b="1" dirty="0"/>
              <a:t>INTRODUCTION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and metal production requires reliable surface quality inspection.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enables automated detection of cracks, scratches, dents, rust and other surface defects.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is time-consuming and can miss small or complex defects.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deep learning can analyze products consistently in real time.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supports faster, accurate and automated quality inspection.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0B2793-1075-6169-4606-54ACF924D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03" y="295045"/>
            <a:ext cx="1146147" cy="926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BCD79F-E027-003B-4E5A-6BD335E78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062" y="301141"/>
            <a:ext cx="1371719" cy="9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5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43DC35-6C22-FB85-A773-F3E5CFAD7806}"/>
              </a:ext>
            </a:extLst>
          </p:cNvPr>
          <p:cNvSpPr txBox="1"/>
          <p:nvPr/>
        </p:nvSpPr>
        <p:spPr>
          <a:xfrm>
            <a:off x="1062519" y="348701"/>
            <a:ext cx="7277100" cy="4113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                                    PROBLEM STATEMENT</a:t>
            </a:r>
            <a:endParaRPr sz="2400" b="1" dirty="0"/>
          </a:p>
          <a:p>
            <a:endParaRPr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600" b="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surface inspection is labor-intensive and subjective.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defects may be missed during high-speed production.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lighting and surface conditions affect inspection accuracy.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detection must operate quickly without interrupting production.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Manufacturers need an intelligent system for consistent quality decisions.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computer-vision-based automated inspection solution is required.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478D7-C724-3701-7D3D-0806E732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81" y="567618"/>
            <a:ext cx="1371719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7AC28-4DE2-5283-B5BC-3D073D42F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26" y="233321"/>
            <a:ext cx="1146147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89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B23B71-8A19-18CB-9293-527E9E83D92A}"/>
              </a:ext>
            </a:extLst>
          </p:cNvPr>
          <p:cNvSpPr txBox="1"/>
          <p:nvPr/>
        </p:nvSpPr>
        <p:spPr>
          <a:xfrm>
            <a:off x="2379406" y="857067"/>
            <a:ext cx="7790901" cy="3713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/>
              <a:t>OBJECTIVES</a:t>
            </a:r>
          </a:p>
          <a:p>
            <a:endParaRPr sz="2400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0" dirty="0"/>
              <a:t>Detect surface defects in steel and metal products automatically.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0" dirty="0"/>
              <a:t>Capture high-quality images/video from the production line.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0" dirty="0"/>
              <a:t>Identify products and localize visible defects.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0" dirty="0"/>
              <a:t>Classify products as defective or non-defective.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0" dirty="0"/>
              <a:t>Provide consistent quality decisions with reduced manual effort.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1600" b="0" dirty="0"/>
              <a:t>Support real-time monitoring and quality improvement.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CD984-8E86-78F7-FF45-3613A7A20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2688" y="243153"/>
            <a:ext cx="1371719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91BD9D-CE46-EBED-C166-448744B4B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39" y="393731"/>
            <a:ext cx="1146147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5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F1E09C-D60C-E2C3-D818-B0F6768AB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213459"/>
              </p:ext>
            </p:extLst>
          </p:nvPr>
        </p:nvGraphicFramePr>
        <p:xfrm>
          <a:off x="838200" y="1666188"/>
          <a:ext cx="10096373" cy="4206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09673">
                  <a:extLst>
                    <a:ext uri="{9D8B030D-6E8A-4147-A177-3AD203B41FA5}">
                      <a16:colId xmlns:a16="http://schemas.microsoft.com/office/drawing/2014/main" val="10902462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59898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88632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04503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1285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 et al.,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Telecom Churn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prediction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6590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et al., 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Churn Prediction using DNN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complex customer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Longer 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5958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 et al.,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Networks for Customer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feature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038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Churn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customer retention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continuous model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8197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et al., 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Telecom Customer Churn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data imbalance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85817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537504-2A14-53C5-719D-676127D51338}"/>
              </a:ext>
            </a:extLst>
          </p:cNvPr>
          <p:cNvSpPr txBox="1"/>
          <p:nvPr/>
        </p:nvSpPr>
        <p:spPr>
          <a:xfrm>
            <a:off x="2121269" y="567618"/>
            <a:ext cx="28338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400" b="1" dirty="0"/>
              <a:t>LITERATURE SURVEY</a:t>
            </a:r>
          </a:p>
          <a:p>
            <a:r>
              <a:rPr sz="1600" b="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9A4A0-247E-DB68-B1AD-677350D14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713" y="461273"/>
            <a:ext cx="1371719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024F7-CEDF-059D-0703-2DA2DC022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26" y="356196"/>
            <a:ext cx="1146147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50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743A85-7F9F-C772-6750-EE00EB11FF22}"/>
              </a:ext>
            </a:extLst>
          </p:cNvPr>
          <p:cNvSpPr txBox="1"/>
          <p:nvPr/>
        </p:nvSpPr>
        <p:spPr>
          <a:xfrm>
            <a:off x="2057399" y="1027906"/>
            <a:ext cx="61009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dirty="0"/>
              <a:t>TOOLS &amp; TECHNOLOGIES USED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Development Tools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Python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Google </a:t>
            </a:r>
            <a:r>
              <a:rPr lang="en-IN" sz="1600" b="0" dirty="0" err="1"/>
              <a:t>Colab</a:t>
            </a:r>
            <a:r>
              <a:rPr lang="en-IN" sz="1600" b="0" dirty="0"/>
              <a:t> / Jupyter Notebook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1600" b="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Libraries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OpenCV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NumPy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Pandas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Matplotlib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1600" b="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Deep Learning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TensorFlow / </a:t>
            </a:r>
            <a:r>
              <a:rPr lang="en-IN" sz="1600" b="0" dirty="0" err="1"/>
              <a:t>Keras</a:t>
            </a:r>
            <a:endParaRPr lang="en-IN" sz="1600" b="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CNN / Object Detection Model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1600" b="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Dataset &amp; Visualization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Steel/Metal Surface Defect Images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0" dirty="0"/>
              <a:t>Training, validation and test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1376AC-2428-E535-969E-8AF900912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81" y="567618"/>
            <a:ext cx="1371719" cy="92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1615B2-855F-EB65-6CBD-C606C5336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14" y="370973"/>
            <a:ext cx="1146147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77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80933-630F-11B9-5BBC-816AC50A33F0}"/>
              </a:ext>
            </a:extLst>
          </p:cNvPr>
          <p:cNvSpPr txBox="1"/>
          <p:nvPr/>
        </p:nvSpPr>
        <p:spPr>
          <a:xfrm>
            <a:off x="2349910" y="412955"/>
            <a:ext cx="6410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4A3B0-0B54-B288-887E-543C12C66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34" y="1101213"/>
            <a:ext cx="8782547" cy="563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224CA7-B0FE-4F61-14CC-09714FC2B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204" y="282483"/>
            <a:ext cx="1371719" cy="920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968194-B056-224B-5943-D417C5DE8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26" y="117987"/>
            <a:ext cx="1146147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970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70AEA4E-C84E-39EF-63A3-2CA7F7795EFF}"/>
              </a:ext>
            </a:extLst>
          </p:cNvPr>
          <p:cNvSpPr txBox="1"/>
          <p:nvPr/>
        </p:nvSpPr>
        <p:spPr>
          <a:xfrm>
            <a:off x="265126" y="578415"/>
            <a:ext cx="9623407" cy="52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                    </a:t>
            </a:r>
            <a:r>
              <a:rPr sz="2400" b="1" dirty="0"/>
              <a:t>MODULE 1: IMAGE &amp; VIDEO ACQUISITION</a:t>
            </a:r>
          </a:p>
          <a:p>
            <a:endParaRPr sz="2400" b="1" dirty="0"/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clear images or video frames of steel and metal products from the production line.</a:t>
            </a:r>
          </a:p>
          <a:p>
            <a:pPr>
              <a:lnSpc>
                <a:spcPct val="150000"/>
              </a:lnSpc>
            </a:pPr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Acquire images using industrial/line-scan cameras.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Extract video frames when continuous video is used.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Resize images to the model input size.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noise reduction and image enhancement.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Normalize pixel values for consistent processing.</a:t>
            </a:r>
          </a:p>
          <a:p>
            <a:pPr>
              <a:lnSpc>
                <a:spcPct val="150000"/>
              </a:lnSpc>
            </a:pPr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product images/frames ready for detection.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E98D34-E13D-3FB3-5EE3-1F7C4361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81" y="567618"/>
            <a:ext cx="1371719" cy="920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828024-8450-5869-9F10-DFAA88796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16" y="304545"/>
            <a:ext cx="1146147" cy="926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CA8A1D-B4B6-E4BD-3ACD-599B9EF6E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406" y="2580460"/>
            <a:ext cx="6240362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9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1B486C-1165-CCE6-F839-F601D862BF81}"/>
              </a:ext>
            </a:extLst>
          </p:cNvPr>
          <p:cNvSpPr txBox="1"/>
          <p:nvPr/>
        </p:nvSpPr>
        <p:spPr>
          <a:xfrm>
            <a:off x="428046" y="918624"/>
            <a:ext cx="8157681" cy="5588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                  </a:t>
            </a:r>
            <a:r>
              <a:rPr sz="2400" b="1" dirty="0"/>
              <a:t>MODULE 2: PRODUCT DETECTION &amp;</a:t>
            </a:r>
            <a:r>
              <a:rPr lang="en-IN" sz="2400" b="1" dirty="0"/>
              <a:t>     </a:t>
            </a:r>
            <a:r>
              <a:rPr sz="2400" b="1" dirty="0"/>
              <a:t> </a:t>
            </a:r>
            <a:r>
              <a:rPr lang="en-IN" sz="2400" b="1" dirty="0"/>
              <a:t>         </a:t>
            </a:r>
            <a:r>
              <a:rPr sz="2400" b="1" dirty="0"/>
              <a:t>DEFECT IDENTIFICATION</a:t>
            </a:r>
            <a:endParaRPr lang="en-IN" sz="2400" b="1" dirty="0"/>
          </a:p>
          <a:p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the product and identify visible surface defects.</a:t>
            </a:r>
          </a:p>
          <a:p>
            <a:pPr>
              <a:lnSpc>
                <a:spcPct val="150000"/>
              </a:lnSpc>
            </a:pPr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 the steel/metal product region.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Extract relevant surface regions for inspection.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CNN/object-detection techniques to learn defect features.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defects such as cracks, scratches, dents, rust or surface marks.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defect location/class labels with confidence scores.</a:t>
            </a:r>
          </a:p>
          <a:p>
            <a:pPr>
              <a:lnSpc>
                <a:spcPct val="150000"/>
              </a:lnSpc>
            </a:pPr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product with identified defect regions and labels.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689A00-8629-60A5-24F7-CCC552608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1010" y="357404"/>
            <a:ext cx="1371719" cy="9205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0975B0-F807-4065-3CAB-E0766DDF9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25" y="351308"/>
            <a:ext cx="1146147" cy="926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2D81AD-1215-B91B-E5DA-3F9EB9CB4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925" y="1845296"/>
            <a:ext cx="5810804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2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ACDEA1-7A86-4C07-DF7F-36D9F7583F1E}"/>
              </a:ext>
            </a:extLst>
          </p:cNvPr>
          <p:cNvSpPr txBox="1"/>
          <p:nvPr/>
        </p:nvSpPr>
        <p:spPr>
          <a:xfrm>
            <a:off x="469164" y="429747"/>
            <a:ext cx="7387120" cy="59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                               </a:t>
            </a:r>
            <a:r>
              <a:rPr sz="2400" b="1" dirty="0"/>
              <a:t>MODULE 3:</a:t>
            </a:r>
            <a:r>
              <a:rPr lang="en-IN" sz="2400" b="1" dirty="0"/>
              <a:t>                         </a:t>
            </a:r>
            <a:r>
              <a:rPr sz="2400" b="1" dirty="0"/>
              <a:t> </a:t>
            </a:r>
            <a:endParaRPr lang="en-IN" sz="2400" b="1" dirty="0"/>
          </a:p>
          <a:p>
            <a:endParaRPr lang="en-IN" sz="2400" b="1" dirty="0"/>
          </a:p>
          <a:p>
            <a:r>
              <a:rPr sz="2400" b="1" dirty="0"/>
              <a:t>QUALITY CLASSIFICATION &amp; DECISION MAKING</a:t>
            </a:r>
          </a:p>
          <a:p>
            <a:endParaRPr sz="2400" b="1" dirty="0"/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defect detection results into an automated quality decision.</a:t>
            </a:r>
          </a:p>
          <a:p>
            <a:pPr>
              <a:lnSpc>
                <a:spcPct val="150000"/>
              </a:lnSpc>
            </a:pPr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detected defect type, location and confidence.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results with predefined quality criteria.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Classify the product as PASS / ACCEPTED or FAIL / DEFECTIVE.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Record inspection results and defect information.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alerts for defective products when required.</a:t>
            </a:r>
          </a:p>
          <a:p>
            <a:pPr>
              <a:lnSpc>
                <a:spcPct val="150000"/>
              </a:lnSpc>
            </a:pPr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quality decision for each inspected product.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A3F92-7606-70C4-96A9-0481410BB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81" y="567618"/>
            <a:ext cx="1371719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0E2FBD-00E5-F8C7-DD21-F3AD7E0CD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26" y="262818"/>
            <a:ext cx="1146147" cy="926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7D62AE-78D4-3EEE-9A2D-CB416CDFD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620" y="1892944"/>
            <a:ext cx="5410526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72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012411-1F65-18BB-2B91-6CC5F8568741}"/>
              </a:ext>
            </a:extLst>
          </p:cNvPr>
          <p:cNvSpPr txBox="1"/>
          <p:nvPr/>
        </p:nvSpPr>
        <p:spPr>
          <a:xfrm>
            <a:off x="2640339" y="872418"/>
            <a:ext cx="7646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/>
              <a:t>RESULTS &amp; DISCUSSION</a:t>
            </a:r>
          </a:p>
          <a:p>
            <a:endParaRPr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EF43B8-7A74-891F-34BC-BEB1645D0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81" y="567618"/>
            <a:ext cx="1371719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68DF8D-A3BD-3592-CB23-492283BE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481" y="720018"/>
            <a:ext cx="1371719" cy="920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24F0C1-6155-CD53-BF5F-D60C7F1C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881" y="872418"/>
            <a:ext cx="1371719" cy="920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E320CC-2AD4-24DB-4CA8-7E936E19C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11" y="567618"/>
            <a:ext cx="1146147" cy="9266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76D819-11F7-4DD6-E14E-9BDE145316A0}"/>
              </a:ext>
            </a:extLst>
          </p:cNvPr>
          <p:cNvSpPr txBox="1"/>
          <p:nvPr/>
        </p:nvSpPr>
        <p:spPr>
          <a:xfrm>
            <a:off x="796412" y="1703415"/>
            <a:ext cx="9092262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defect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Surface defects such as scratches, dents, and pinholes were identified from captured images.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image acquisition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Industrial cameras and proper lighting provided clear images for inspection.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defect localization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Detected defects were localized using bounding boxes.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classification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Products were classified into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OK, Rework, or Reject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defect severity.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inspection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Computer vision enables faster and more consistent quality inspection.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decision making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supports quick production decisions and helps reduce defective products reaching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1673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D38FDA-E299-26D4-A3E2-89A2CAF83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59"/>
            <a:ext cx="12192000" cy="686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9087C6-F2ED-6862-50B5-DA1C03B9AF01}"/>
              </a:ext>
            </a:extLst>
          </p:cNvPr>
          <p:cNvSpPr txBox="1"/>
          <p:nvPr/>
        </p:nvSpPr>
        <p:spPr>
          <a:xfrm>
            <a:off x="3596272" y="797073"/>
            <a:ext cx="7595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/>
              <a:t>FUTURE ENHANCEMENTS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CEF14-740C-6139-F136-05A28FC6A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81" y="567618"/>
            <a:ext cx="1371719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9E5F0C-4947-D6D3-4F50-5429F2E16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11" y="567618"/>
            <a:ext cx="1146147" cy="926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DE0EB3-2AAA-59F3-B67F-3FFA22D625A5}"/>
              </a:ext>
            </a:extLst>
          </p:cNvPr>
          <p:cNvSpPr txBox="1"/>
          <p:nvPr/>
        </p:nvSpPr>
        <p:spPr>
          <a:xfrm>
            <a:off x="1002891" y="1956620"/>
            <a:ext cx="9252155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Real-time inspection</a:t>
            </a:r>
            <a:r>
              <a:rPr lang="en-IN" dirty="0"/>
              <a:t> – Implement faster processing for continuous production-line monitoring.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Advanced AI models</a:t>
            </a:r>
            <a:r>
              <a:rPr lang="en-IN" dirty="0"/>
              <a:t> – Use YOLO, CNN, or Transformer-based models for improved defect detection.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More defect types</a:t>
            </a:r>
            <a:r>
              <a:rPr lang="en-IN" dirty="0"/>
              <a:t> – Extend the system to identify cracks, corrosion, stains, and other surface defects.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Automated production control</a:t>
            </a:r>
            <a:r>
              <a:rPr lang="en-IN" dirty="0"/>
              <a:t> – Integrate the system with robotic sorting and rejection mechanisms.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Cloud-based monitoring</a:t>
            </a:r>
            <a:r>
              <a:rPr lang="en-IN" dirty="0"/>
              <a:t> – Store inspection results in the cloud for analytics, reporting, and remote monitoring.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69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08123C-F693-40CD-2FBC-B78830B07EF8}"/>
              </a:ext>
            </a:extLst>
          </p:cNvPr>
          <p:cNvSpPr txBox="1"/>
          <p:nvPr/>
        </p:nvSpPr>
        <p:spPr>
          <a:xfrm>
            <a:off x="2681970" y="906281"/>
            <a:ext cx="7769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/>
              <a:t>CONCLUSION</a:t>
            </a:r>
          </a:p>
          <a:p>
            <a:endParaRPr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82E667-05A1-057C-A5C8-9FB40E877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81" y="567618"/>
            <a:ext cx="1371719" cy="920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AD9C0F-A45C-05B5-5BD7-55C2CB25B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11" y="567618"/>
            <a:ext cx="1146147" cy="9266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CE38EF-8218-6C7D-7A8B-540FE9FCA03F}"/>
              </a:ext>
            </a:extLst>
          </p:cNvPr>
          <p:cNvSpPr txBox="1"/>
          <p:nvPr/>
        </p:nvSpPr>
        <p:spPr>
          <a:xfrm>
            <a:off x="906011" y="1737278"/>
            <a:ext cx="7364361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computer vision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efficient surface defect inspection of steel and metal products.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images and videos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reliable inspection.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scratches, dents, and pinholes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detected and localized automatically.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are classified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OK, Rework, or Reject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defect severity.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inspection speed, consistency, and overall product quality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157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3C4593-9DE1-F6DA-5F51-C9B94E8BF7A8}"/>
              </a:ext>
            </a:extLst>
          </p:cNvPr>
          <p:cNvSpPr txBox="1"/>
          <p:nvPr/>
        </p:nvSpPr>
        <p:spPr>
          <a:xfrm>
            <a:off x="2434975" y="1839073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23999864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108</TotalTime>
  <Words>877</Words>
  <Application>Microsoft Office PowerPoint</Application>
  <PresentationFormat>Widescreen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Algerian</vt:lpstr>
      <vt:lpstr>Arial</vt:lpstr>
      <vt:lpstr>Avenir Next LT Pro</vt:lpstr>
      <vt:lpstr>AvenirNext LT Pro Medium</vt:lpstr>
      <vt:lpstr>Posterama</vt:lpstr>
      <vt:lpstr>Times New Roman</vt:lpstr>
      <vt:lpstr>Wingdings</vt:lpstr>
      <vt:lpstr>ExploreVTI</vt:lpstr>
      <vt:lpstr>Automated Surface Defect Detection and Quality Inspection for Steel and Metal Production using Computer Vision   PRESENTED BY: Partha Sarathi T(192325042) Surya Kiran(192325057) S. Firoz(192312323) Lenin A(192411232) GUIDED BY: Program Director : Dr. Sasi Rekha, Prof/CSE Faculty:- Mrs.R C Jeni Gracia, AP / CSE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Rishitha Reddy</dc:creator>
  <cp:lastModifiedBy>Surya Kiran</cp:lastModifiedBy>
  <cp:revision>5</cp:revision>
  <dcterms:created xsi:type="dcterms:W3CDTF">2026-07-27T06:04:00Z</dcterms:created>
  <dcterms:modified xsi:type="dcterms:W3CDTF">2026-08-20T04:16:08Z</dcterms:modified>
</cp:coreProperties>
</file>